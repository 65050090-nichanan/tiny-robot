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ภาพรวม" id="{7ead69f6-9c8d-67f5-d75f-12fa1a1265f5}">
          <p14:sldIdLst>
            <p14:sldId id="256"/>
            <p14:sldId id="257"/>
            <p14:sldId id="258"/>
            <p14:sldId id="259"/>
          </p14:sldIdLst>
        </p14:section>
        <p14:section name="ติดตั้ง" id="{afb158ae-9641-b1ef-e5e6-fb9ec0d0da2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ใช้งานจริง" id="{c34882cb-0f6a-df83-38aa-835f1ce11468}">
          <p14:sldIdLst>
            <p14:sldId id="266"/>
            <p14:sldId id="267"/>
            <p14:sldId id="268"/>
            <p14:sldId id="269"/>
            <p14:sldId id="270"/>
          </p14:sldIdLst>
        </p14:section>
        <p14:section name="ปรับแต่งและแก้ปัญหา" id="{8ad999ac-0901-758d-f24a-656e7118db69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สไลด์ชุดนี้ใช้สอนคนที่เพิ่งมารับช่วงต่อ ไล่ตั้งแต่ลงโปรแกรมในเครื่อง ต่อสาย อัปเฟิร์มแวร์ จนเปิดใช้งานได้จริง แล้วปิดท้ายด้วยอาการเสียที่เจอบ่อยพร้อมวิธีแก้
เวลาสอนให้เปิดหุ่นจริงวางไว้ข้างๆ ด้วย จะได้ชี้ของจริงประกอบไปทีละหน้า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ย้ำว่าระบบทำงานเป็นชั้นๆ ไม่ต้องมีครบทุกอย่างถึงจะวิ่งได้
STM32 ตัวเดียวก็เดินตามเส้นได้แล้ว ESP32 เพิ่มรีโมทกับจอ ส่วนกล้องกับ PC เพิ่มเรื่องอ่าน QR เข้ามา ถ้าชิ้นไหนเสีย ที่เหลือยังทำงานต่อได้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ชื่อโฟลเดอร์ใต้การ์ดแต่ละใบคือโฟลเดอร์ในโปรเจกต์ที่ต้องเปิดอัปลงบอร์ดตัวนั้น จำคู่นี้ให้แม่น เวลาอัปผิดบอร์ดจะงงกันทั้งวัน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ทุกอย่างอยู่บน Wi-Fi ชื่อ My_Robot2 ที่ ESP32 รีโมทเป็นคนปล่อย ไม่ใช่ Wi-Fi บ้าน
รีโมทเป็นเกตเวย์ของวงเสมอ IP จึงเป็น 192.168.4.1 ตายตัว ส่วนกล้องได้ IP อะไรก็ได้ตั้งแต่ .2 ขึ้นไป สคริปต์ Python จึงไล่หากล้องเองทุกครั้งที่เปิด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ลิงก์ Board Manager เต็มๆ อยู่ใน README.md หัวข้อ Getting started ให้ก๊อปจากตรงนั้น อย่าพิมพ์เอง
ถ้าสั่ง python แล้วเครื่องไม่รู้จัก ให้ใช้ py แทน เป็นเรื่องปกติของ Python บน Windows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ขาจริงของ Serial2 กับ Serial3 ขึ้นกับบอร์ดและการตั้งค่าคอร์ ให้เช็กก่อนลงมือต่อสายทุกครั้ง อย่าเชื่อตารางอย่างเดียว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เรื่องสายหลวมเคยทำให้เสียเวลาไล่หาสาเหตุทั้งวันมาแล้ว ย้ำกับคนใหม่ให้บัดกรีตั้งแต่แรก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สองเรื่องนี้คือต้นเหตุที่ทำให้อัป STM32 ไม่ติดมาตลอดในวิธีเดิม คือลืมสลับ BOOT0 กลับ กับ Serial Monitor จองพอร์ตค้างไว้
พอเปลี่ยนมาใช้ ST-Link ทั้งสองเรื่องหายไปพร้อมกัน เสียบ ST-Link ค้างไว้ได้ตลอดด้วย เพราะ PA13 PA14 ไม่ได้ถูกใช้ที่ไหนในโค้ดหุ่นเลย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ลำดับการอัปไม่สำคัญ แต่ที่สำคัญคือต้องเปลี่ยน Tools &gt; Board ให้ตรงกับบอร์ดที่กำลังจะอัปทุกครั้ง
ลืมเปลี่ยนแล้วกดอัปคือความผิดพลาดที่เจอบ่อยที่สุด โค้ดจะถูกคอมไพล์ด้วยบอร์ดผิด ซึ่งบางทีก็อัปติดด้วยแล้วไปเพี้ยนตอนรัน
ถ้าแก้แค่โค้ดฝั่งกล้อง ก็อัปแค่ esp32_camera_server พอ ไม่ต้องอัปใหม่ทั้งสามตัว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 4 เป็นข้อที่คนใหม่พลาดบ่อยที่สุด เห็นหุ่นไม่ขยับแล้วคิดว่าเสีย ทั้งที่แค่ยังไม่ได้เลื่อนความเร็วขึ้นจากศูนย์
ที่ตั้งให้เริ่มที่ 0 เพราะไม่อยากให้หุ่นพุ่งทันทีที่เปิดหน้าเว็บ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ทุกหน้ายกเว้นหน้าสถานะเป็นรูปบิตแมปเต็มจอ 128x64 ที่วาดตัวหนังสือไว้ในรูปแล้ว
ถ้าอยากเปลี่ยนรูป ให้แก้ไฟล์ PNG ใน assets/oled แล้วสั่ง py tools/png_to_bitmaps.py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ถ้าเปิดหน้าเว็บไม่ขึ้น ให้เช็กว่ามือถือต่อ Wi-Fi ชื่อ My_Robot2 อยู่จริงไหม
มือถือบางรุ่นเห็นว่า Wi-Fi วงนี้ไม่มีอินเทอร์เน็ตแล้วแอบสลับกลับไปใช้เน็ตมือถือเอง ต้องเข้าไปปิดการสลับอัตโนมัติก่อน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ที่แยกเซนเซอร์เป็นคอลัมน์ละดวง เพราะถ้ายุบเป็น 00100 ช่องเดียว Excel จะอ่านเป็นตัวเลขแล้วตัดศูนย์หน้าทิ้งจนเหลือ 100
เอาคอลัมน์ Turn ไปพล็อตกราฟเทียบกับเวลา จะเห็นเลยว่าหุ่นออกแรงสู้ตรงไหนของสนามมากที่สุด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ปรับทีละค่า แล้วลองวิ่งจริงทุกครั้ง อย่าปรับพร้อมกันหลายค่า เพราะจะแยกไม่ออกว่าอันไหนช่วย
ค่า Kp กับ Kd ถูกเก็บลง CSV ทุกแถว เปิดไฟล์เก่ามาดูแล้วรู้ทันทีว่ารอบนั้นจูนด้วยค่าอะไร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การกวาดหาเส้นตั้งใจให้ช้ากว่าการเลี้ยวปกติ ถ้าหมุนเร็วเกิน เส้นจะวิ่งผ่านใต้แถวเซนเซอร์เร็วกว่าที่เซนเซอร์จะอ่านทัน แล้วหุ่นจะเลยจุดที่ข้ามเส้นไปแล้วโดยไม่รู้ตัว
ทิศที่กวาดรอบแรกถูกเลือกครั้งเดียวตอนเริ่มหา ไม่คำนวณใหม่ระหว่างทาง ไม่งั้นจะกวาดไปทางเดิมซ้ำๆ แล้วเดินห่างจากเส้นออกไปเรื่อยๆ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หน้านี้คือหน้าที่คนใหม่จะเปิดดูบ่อยที่สุด บอกให้เขาถ่ายรูปเก็บไว้ในมือถือได้เลย
ทุกข้อในตารางนี้เคยเกิดขึ้นจริงมาแล้วทั้งหมด ไม่ใช่กรณีสมมติ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แนะนำให้พิมพ์หน้านี้แปะไว้ข้างสนามทดสอบ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ปิดท้ายด้วยการเปิด README.md ให้ดูจริงสักรอบ จะได้รู้ว่าเวลาติดปัญหาต้องไปเปิดที่ไหน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E8803A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B9C6D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E8803A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B9C6D4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Tiny Robot · คู่มือติดตั้งและเริ่มใช้งาน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</a:rPr>
              <a:t>คู่มือสำหรับผู้ใช้งานใหม่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Tiny Robot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B9C6D4"/>
                </a:solidFill>
              </a:rPr>
              <a:t>หุ่นสองล้อเดินตามเส้นดำ อ่าน QR แล้วหยุด และสั่งงานผ่านมือถือได้   ติดตั้งตั้งแต่ศูนย์จนวิ่งได้จริง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E93"/>
                </a:solidFill>
              </a:rPr>
              <a:t>STM32 Blue Pill  ·  ESP32  ·  ESP32-CAM  ·  Python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หุ่นตัวนี้ทำอะไรได้</a:t>
            </a:r>
            <a:endParaRPr lang="en-US" sz="3200" dirty="0"/>
          </a:p>
        </p:txBody>
      </p:sp>
      <p:sp>
        <p:nvSpPr>
          <p:cNvPr id="3" name="card-เดินตามเส้นดำ"/>
          <p:cNvSpPr/>
          <p:nvPr/>
        </p:nvSpPr>
        <p:spPr>
          <a:xfrm>
            <a:off x="54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เดินตามเส้นดำ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เซนเซอร์ 5 ดวง คุมด้วย PD เข้าโค้งได้ และเบรกเองเมื่อถึงเส้นชัย</a:t>
            </a:r>
            <a:endParaRPr lang="en-US" sz="1300" dirty="0"/>
          </a:p>
        </p:txBody>
      </p:sp>
      <p:sp>
        <p:nvSpPr>
          <p:cNvPr id="6" name="card-รับคำสั่งจากมื"/>
          <p:cNvSpPr/>
          <p:nvPr/>
        </p:nvSpPr>
        <p:spPr>
          <a:xfrm>
            <a:off x="435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รับคำสั่งจากมือถือ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1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เดินหน้า ถอยหลัง เลี้ยว หยุด พร้อมแถบเลื่อนความเร็วและโหมด Auto</a:t>
            </a:r>
            <a:endParaRPr lang="en-US" sz="1300" dirty="0"/>
          </a:p>
        </p:txBody>
      </p:sp>
      <p:sp>
        <p:nvSpPr>
          <p:cNvPr id="9" name="card-มองเห็น"/>
          <p:cNvSpPr/>
          <p:nvPr/>
        </p:nvSpPr>
        <p:spPr>
          <a:xfrm>
            <a:off x="8168640" y="1600200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4672" y="178308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มองเห็น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672" y="2258568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ESP32-CAM ส่งภาพสดเข้าหน้าเว็บ และส่งให้เครื่อง PC อ่าน QR</a:t>
            </a:r>
            <a:endParaRPr lang="en-US" sz="1300" dirty="0"/>
          </a:p>
        </p:txBody>
      </p:sp>
      <p:sp>
        <p:nvSpPr>
          <p:cNvPr id="12" name="card-อ่าน QR ได้ 5 "/>
          <p:cNvSpPr/>
          <p:nvPr/>
        </p:nvSpPr>
        <p:spPr>
          <a:xfrm>
            <a:off x="54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อ่าน QR ได้ 5 คำ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DOG  CAT  BIRD  LION  TIGER ถอดรหัสที่เครื่อง PC แล้วส่งกลับมา</a:t>
            </a:r>
            <a:endParaRPr lang="en-US" sz="1300" dirty="0"/>
          </a:p>
        </p:txBody>
      </p:sp>
      <p:sp>
        <p:nvSpPr>
          <p:cNvPr id="15" name="card-ตอบสนอง"/>
          <p:cNvSpPr/>
          <p:nvPr/>
        </p:nvSpPr>
        <p:spPr>
          <a:xfrm>
            <a:off x="435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ตอบสนอง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1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เจอรหัสแล้วหยุด 5 วินาที พร้อมวาดรูปสัตว์ตัวนั้นขึ้นจอ OLED</a:t>
            </a:r>
            <a:endParaRPr lang="en-US" sz="1300" dirty="0"/>
          </a:p>
        </p:txBody>
      </p:sp>
      <p:sp>
        <p:nvSpPr>
          <p:cNvPr id="18" name="card-เก็บข้อมูลให้ด"/>
          <p:cNvSpPr/>
          <p:nvPr/>
        </p:nvSpPr>
        <p:spPr>
          <a:xfrm>
            <a:off x="8168640" y="3374136"/>
            <a:ext cx="3444240" cy="1481328"/>
          </a:xfrm>
          <a:prstGeom prst="roundRect">
            <a:avLst>
              <a:gd name="adj" fmla="val 61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24672" y="355701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เก็บข้อมูลให้ด้วย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24672" y="4032504"/>
            <a:ext cx="2932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บันทึกความเร็วและการเลี้ยวทุกวินาที ลงไฟล์ CSV เปิดใน Excel ได้ทันที</a:t>
            </a:r>
            <a:endParaRPr lang="en-US" sz="1300" dirty="0"/>
          </a:p>
        </p:txBody>
      </p:sp>
      <p:sp>
        <p:nvSpPr>
          <p:cNvPr id="21" name="callout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029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ไม่ต้องพึ่งอินเทอร์เน็ตของที่ไหนเลย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513832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ESP32 บนตัวหุ่นปล่อย Wi-Fi ของมันเองชื่อ My_Robot2  มือถือกับคอมต่อเข้าวงนี้ตรงๆ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เอาไปสาธิตที่ไหนก็ได้ ไม่ต้องขอรหัส Wi-Fi ของสถานที่ และไม่มีปัญหาเน็ตช้า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อุปกรณ์ 4 ชิ้นที่ต้องมี</a:t>
            </a:r>
            <a:endParaRPr lang="en-US" sz="3200" dirty="0"/>
          </a:p>
        </p:txBody>
      </p:sp>
      <p:sp>
        <p:nvSpPr>
          <p:cNvPr id="3" name="part-0"/>
          <p:cNvSpPr/>
          <p:nvPr/>
        </p:nvSpPr>
        <p:spPr>
          <a:xfrm>
            <a:off x="54864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dot-1"/>
          <p:cNvSpPr/>
          <p:nvPr/>
        </p:nvSpPr>
        <p:spPr>
          <a:xfrm>
            <a:off x="80467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STM32 Blue Pill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สมองของหุ่น คุมมอเตอร์ อ่านเซนเซอร์ และเดินตามเส้น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stm32_robot_controller</a:t>
            </a:r>
            <a:endParaRPr lang="en-US" sz="1050" dirty="0"/>
          </a:p>
        </p:txBody>
      </p:sp>
      <p:sp>
        <p:nvSpPr>
          <p:cNvPr id="9" name="part-1"/>
          <p:cNvSpPr/>
          <p:nvPr/>
        </p:nvSpPr>
        <p:spPr>
          <a:xfrm>
            <a:off x="338328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363931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931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ESP32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ปล่อย Wi-Fi ชื่อ My_Robot2 เปิดหน้าเว็บรีโมท และคุมจอ OLED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3931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esp32_remote_controller</a:t>
            </a:r>
            <a:endParaRPr lang="en-US" sz="1050" dirty="0"/>
          </a:p>
        </p:txBody>
      </p:sp>
      <p:sp>
        <p:nvSpPr>
          <p:cNvPr id="15" name="part-2"/>
          <p:cNvSpPr/>
          <p:nvPr/>
        </p:nvSpPr>
        <p:spPr>
          <a:xfrm>
            <a:off x="621792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dot-3"/>
          <p:cNvSpPr/>
          <p:nvPr/>
        </p:nvSpPr>
        <p:spPr>
          <a:xfrm>
            <a:off x="647395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7395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ESP32-CAM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กล้องของหุ่น ส่งภาพให้ PC และสั่งหยุดเมื่อเจอรหัสสัตว์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esp32_camera_server</a:t>
            </a:r>
            <a:endParaRPr lang="en-US" sz="1050" dirty="0"/>
          </a:p>
        </p:txBody>
      </p:sp>
      <p:sp>
        <p:nvSpPr>
          <p:cNvPr id="21" name="part-3"/>
          <p:cNvSpPr/>
          <p:nvPr/>
        </p:nvSpPr>
        <p:spPr>
          <a:xfrm>
            <a:off x="9052560" y="1463040"/>
            <a:ext cx="2560320" cy="320040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2" name="dot-4"/>
          <p:cNvSpPr/>
          <p:nvPr/>
        </p:nvSpPr>
        <p:spPr>
          <a:xfrm>
            <a:off x="9308592" y="171907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08592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2359152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เครื่อง PC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308592" y="3017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อ่าน QR จากภาพ แล้วเก็บข้อมูลการวิ่งลง CSV บนเดสก์ท็อป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4133088"/>
            <a:ext cx="20482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qr_scanner.py</a:t>
            </a:r>
            <a:endParaRPr lang="en-US" sz="1050" dirty="0"/>
          </a:p>
        </p:txBody>
      </p:sp>
      <p:sp>
        <p:nvSpPr>
          <p:cNvPr id="27" name="callout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0200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ไม่ต้องมีครบก็เริ่มได้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33095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STM32 ตัวเดียวเดินตามเส้นได้แล้ว  เพิ่ม ESP32 เพื่อให้มีรีโมทกับจอ  แล้วค่อยเพิ่มกล้องกับ PC ตอนจะทำเรื่องอ่าน QR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ใครคุยกับใคร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803A"/>
                </a:solidFill>
              </a:rPr>
              <a:t>เส้นทางที่ 1  ·  สั่งงานด้วยมือ</a:t>
            </a:r>
            <a:endParaRPr lang="en-US" sz="1300" dirty="0"/>
          </a:p>
        </p:txBody>
      </p:sp>
      <p:sp>
        <p:nvSpPr>
          <p:cNvPr id="4" name="node-มือถือ"/>
          <p:cNvSpPr/>
          <p:nvPr/>
        </p:nvSpPr>
        <p:spPr>
          <a:xfrm>
            <a:off x="54864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มือถือ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เปิด 192.168.4.1</a:t>
            </a:r>
            <a:endParaRPr lang="en-US" sz="1100" dirty="0"/>
          </a:p>
        </p:txBody>
      </p:sp>
      <p:sp>
        <p:nvSpPr>
          <p:cNvPr id="7" name="node-ESP32 รีโมท"/>
          <p:cNvSpPr/>
          <p:nvPr/>
        </p:nvSpPr>
        <p:spPr>
          <a:xfrm>
            <a:off x="461772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ESP32 รีโมท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6D4"/>
                </a:solidFill>
              </a:rPr>
              <a:t>ปล่อย Wi-Fi + จอ OLED</a:t>
            </a:r>
            <a:endParaRPr lang="en-US" sz="1100" dirty="0"/>
          </a:p>
        </p:txBody>
      </p:sp>
      <p:sp>
        <p:nvSpPr>
          <p:cNvPr id="10" name="node-STM32"/>
          <p:cNvSpPr/>
          <p:nvPr/>
        </p:nvSpPr>
        <p:spPr>
          <a:xfrm>
            <a:off x="8686800" y="162763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23960" y="17922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STM32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2139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มอเตอร์ + เซนเซอร์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171907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WebSocket 81</a:t>
            </a:r>
            <a:endParaRPr lang="en-US" sz="1000" dirty="0"/>
          </a:p>
        </p:txBody>
      </p:sp>
      <p:sp>
        <p:nvSpPr>
          <p:cNvPr id="14" name="arrow-WebSocket "/>
          <p:cNvSpPr/>
          <p:nvPr/>
        </p:nvSpPr>
        <p:spPr>
          <a:xfrm>
            <a:off x="3584448" y="210312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2088" y="171907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Serial2 115200</a:t>
            </a:r>
            <a:endParaRPr lang="en-US" sz="1000" dirty="0"/>
          </a:p>
        </p:txBody>
      </p:sp>
      <p:sp>
        <p:nvSpPr>
          <p:cNvPr id="16" name="arrow-Serial2 11"/>
          <p:cNvSpPr/>
          <p:nvPr/>
        </p:nvSpPr>
        <p:spPr>
          <a:xfrm>
            <a:off x="7653528" y="210312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200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7293"/>
                </a:solidFill>
              </a:rPr>
              <a:t>เส้นทางที่ 2  ·  อ่าน QR แล้วสั่งหยุด</a:t>
            </a:r>
            <a:endParaRPr lang="en-US" sz="1300" dirty="0"/>
          </a:p>
        </p:txBody>
      </p:sp>
      <p:sp>
        <p:nvSpPr>
          <p:cNvPr id="18" name="node-เครื่อง PC"/>
          <p:cNvSpPr/>
          <p:nvPr/>
        </p:nvSpPr>
        <p:spPr>
          <a:xfrm>
            <a:off x="54864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เครื่อง PC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qr_scanner.py</a:t>
            </a:r>
            <a:endParaRPr lang="en-US" sz="1100" dirty="0"/>
          </a:p>
        </p:txBody>
      </p:sp>
      <p:sp>
        <p:nvSpPr>
          <p:cNvPr id="21" name="node-ESP32-CAM"/>
          <p:cNvSpPr/>
          <p:nvPr/>
        </p:nvSpPr>
        <p:spPr>
          <a:xfrm>
            <a:off x="461772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5488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ESP32-CAM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C6D4"/>
                </a:solidFill>
              </a:rPr>
              <a:t>กล้อง + สะพานสัญญาณ</a:t>
            </a:r>
            <a:endParaRPr lang="en-US" sz="1100" dirty="0"/>
          </a:p>
        </p:txBody>
      </p:sp>
      <p:sp>
        <p:nvSpPr>
          <p:cNvPr id="24" name="node-STM32"/>
          <p:cNvSpPr/>
          <p:nvPr/>
        </p:nvSpPr>
        <p:spPr>
          <a:xfrm>
            <a:off x="8686800" y="3547872"/>
            <a:ext cx="292608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23960" y="37124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2E"/>
                </a:solidFill>
              </a:rPr>
              <a:t>STM32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23960" y="4059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หยุด 5 วินาที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493008" y="363931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UDP 1234</a:t>
            </a:r>
            <a:endParaRPr lang="en-US" sz="1000" dirty="0"/>
          </a:p>
        </p:txBody>
      </p:sp>
      <p:sp>
        <p:nvSpPr>
          <p:cNvPr id="28" name="arrow-UDP 1234"/>
          <p:cNvSpPr/>
          <p:nvPr/>
        </p:nvSpPr>
        <p:spPr>
          <a:xfrm>
            <a:off x="3584448" y="402336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62088" y="3639312"/>
            <a:ext cx="1106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E93"/>
                </a:solidFill>
              </a:rPr>
              <a:t>Serial 9600  'S'</a:t>
            </a:r>
            <a:endParaRPr lang="en-US" sz="1000" dirty="0"/>
          </a:p>
        </p:txBody>
      </p:sp>
      <p:sp>
        <p:nvSpPr>
          <p:cNvPr id="30" name="arrow-Serial 960"/>
          <p:cNvSpPr/>
          <p:nvPr/>
        </p:nvSpPr>
        <p:spPr>
          <a:xfrm>
            <a:off x="7653528" y="4023360"/>
            <a:ext cx="923544" cy="201168"/>
          </a:xfrm>
          <a:prstGeom prst="rightArrow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31" name="callout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572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ยังมีอีกสองเส้นที่มองไม่เห็นจากหน้านี้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46811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กล้องส่งสัญญาณบอกตัวตนให้รีโมททุก 2 วินาที รีโมทจะได้รู้ IP ไว้ทำลิงก์ภาพสด   และ STM32 ส่งค่าสถานะกลับทุก 200 มิลลิวินาที ให้ PC ดึงไปเก็บลง Excel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ติดตั้งและต่อสาย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ลงโปรแกรมในเครื่อง ต่อสายให้ครบ แล้วอัปเฟิร์มแวร์ลงทั้งสามบอร์ด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ลงโปรแกรมในเครื่องก่อน</a:t>
            </a:r>
            <a:endParaRPr lang="en-US" sz="3200" dirty="0"/>
          </a:p>
        </p:txBody>
      </p:sp>
      <p:sp>
        <p:nvSpPr>
          <p:cNvPr id="3" name="sw-1"/>
          <p:cNvSpPr/>
          <p:nvPr/>
        </p:nvSpPr>
        <p:spPr>
          <a:xfrm>
            <a:off x="54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dot-1"/>
          <p:cNvSpPr/>
          <p:nvPr/>
        </p:nvSpPr>
        <p:spPr>
          <a:xfrm>
            <a:off x="80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Arduino IDE + บอร์ด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97480"/>
            <a:ext cx="29321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 File &gt; Preferences แล้วใส่ลิงก์ Board Manager ของ STM32 ลงไป จากนั้นลง STM32 MCU based boards และชุดบอร์ด ESP32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023360"/>
            <a:ext cx="2932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github.com/stm32duino/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BoardManagerFiles</a:t>
            </a:r>
            <a:endParaRPr lang="en-US" sz="1000" dirty="0"/>
          </a:p>
        </p:txBody>
      </p:sp>
      <p:sp>
        <p:nvSpPr>
          <p:cNvPr id="9" name="sw-2"/>
          <p:cNvSpPr/>
          <p:nvPr/>
        </p:nvSpPr>
        <p:spPr>
          <a:xfrm>
            <a:off x="435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461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ไลบรารีของ ESP32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4672" y="2697480"/>
            <a:ext cx="29321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WebSockets โดย Markus Sattler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GFX Library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SH110X  ←  จอของหุ่นตัวนี้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</a:rPr>
              <a:t>Adafruit SSD1306  ถ้าเปลี่ยนไปใช้จอ 0.96 นิ้ว</a:t>
            </a:r>
            <a:endParaRPr lang="en-US" sz="1300" dirty="0"/>
          </a:p>
        </p:txBody>
      </p:sp>
      <p:sp>
        <p:nvSpPr>
          <p:cNvPr id="14" name="sw-3"/>
          <p:cNvSpPr/>
          <p:nvPr/>
        </p:nvSpPr>
        <p:spPr>
          <a:xfrm>
            <a:off x="8168640" y="1371600"/>
            <a:ext cx="3444240" cy="3566160"/>
          </a:xfrm>
          <a:prstGeom prst="roundRect">
            <a:avLst>
              <a:gd name="adj" fmla="val 265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dot-3"/>
          <p:cNvSpPr/>
          <p:nvPr/>
        </p:nvSpPr>
        <p:spPr>
          <a:xfrm>
            <a:off x="8424672" y="1627632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467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24672" y="2267712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ของฝั่งเครื่อง PC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24672" y="269748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ลง Python ก่อน แล้วสั่งติดตั้งไลบรารีสี่ตัวนี้ในหน้าต่าง Command Prompt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24672" y="3611880"/>
            <a:ext cx="2932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 -m pip install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opencv-python numpy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pyzbar requests</a:t>
            </a:r>
            <a:endParaRPr lang="en-US" sz="1100" dirty="0"/>
          </a:p>
        </p:txBody>
      </p:sp>
      <p:sp>
        <p:nvSpPr>
          <p:cNvPr id="20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จอ OLED มีสองชิปที่หน้าตาเหมือนกันเป๊ะ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จอของหุ่นตัวนี้เป็น SH1106 ถ้าลงไลบรารีผิดตัว ภาพจะอัดอยู่แถบบนสุดของจอ ส่วนที่เหลือเป็นจุดรบกวน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ต่อสาย STM32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หน้าที่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มอเตอร์ซ้าย  AIN1 / AIN2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PA0 / PA1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มอเตอร์ขวา  BIN1 / BIN2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PB0 / PB1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เซนเซอร์เส้น L2 L1 C R1 R2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PB9 PB8 PB7 PB6 PB5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Serial2  จาก ESP32 รีโมท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PA2 ส่ง / PA3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Serial3  จาก ESP32-CAM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PB10 ส่ง / PB11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ขาจริงของ Serial2 และ Serial3 ขึ้นกับบอร์ดและการตั้งค่าคอร์ ให้เช็กก่อนลงมือต่อสายทุกครั้ง</a:t>
            </a:r>
            <a:endParaRPr lang="en-US" sz="1200" dirty="0"/>
          </a:p>
        </p:txBody>
      </p:sp>
      <p:sp>
        <p:nvSpPr>
          <p:cNvPr id="5" name="card-สายสื่อสารต้อง"/>
          <p:cNvSpPr/>
          <p:nvPr/>
        </p:nvSpPr>
        <p:spPr>
          <a:xfrm>
            <a:off x="7406640" y="1371600"/>
            <a:ext cx="42062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55448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สายสื่อสารต้องไขว้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2029968"/>
            <a:ext cx="3694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ขาส่งของฝั่งหนึ่งไปเข้าขารับของอีกฝั่งเสมอ และต้องต่อสาย GND ร่วมกันด้วย ไม่งั้นสัญญาณไม่มีจุดอ้างอิง</a:t>
            </a:r>
            <a:endParaRPr lang="en-US" sz="1300" dirty="0"/>
          </a:p>
        </p:txBody>
      </p:sp>
      <p:sp>
        <p:nvSpPr>
          <p:cNvPr id="8" name="card-เซนเซอร์เรียงจ"/>
          <p:cNvSpPr/>
          <p:nvPr/>
        </p:nvSpPr>
        <p:spPr>
          <a:xfrm>
            <a:off x="7406640" y="315468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33756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เซนเซอร์เรียงจากซ้ายไปขวา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381304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L2 คือซ้ายสุด R2 คือขวาสุด สลับลำดับแล้วหุ่นจะเลี้ยวออกจากเส้นแทนที่จะเลี้ยวเข้า</a:t>
            </a:r>
            <a:endParaRPr lang="en-US" sz="1300" dirty="0"/>
          </a:p>
        </p:txBody>
      </p:sp>
      <p:sp>
        <p:nvSpPr>
          <p:cNvPr id="11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ห้ามสลับคู่ขามอเตอร์ในฟังก์ชัน setSpeed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สลับแล้วมอเตอร์กลับทิศทั้งคู่ เดินหน้ากลายเป็นถอยหลัง ซ้ายกลายเป็นขวา และหุ่นจะวิ่งหนีออกจากเส้น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ต่อสาย ESP32 และ ESP32-CAM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หน้าที่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จอ OLED  SDA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GPIO21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จอ OLED  SCL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GPIO22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ไป STM32 Serial2 รับ (PA3)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GPIO17 ส่ง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จาก STM32 Serial2 ส่ง (PA2)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GPIO16 รับ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E"/>
                          </a:solidFill>
                        </a:rPr>
                        <a:t>CAM ไป STM32 Serial3 รับ (PB11)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568"/>
                          </a:solidFill>
                        </a:rPr>
                        <a:t>GPIO14 ส่ง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947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ESP32-CAM ต่อเข้า Serial3 ของ STM32 คนละช่องกับรีโมท ทั้งสองบอร์ดจึงสั่งงานหุ่นได้พร้อมกัน</a:t>
            </a:r>
            <a:endParaRPr lang="en-US" sz="1200" dirty="0"/>
          </a:p>
        </p:txBody>
      </p:sp>
      <p:sp>
        <p:nvSpPr>
          <p:cNvPr id="5" name="card-จอ OLED ใช้แอด"/>
          <p:cNvSpPr/>
          <p:nvPr/>
        </p:nvSpPr>
        <p:spPr>
          <a:xfrm>
            <a:off x="7406640" y="1371600"/>
            <a:ext cx="42062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55448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จอ OLED ใช้แอดเดรส 0x3C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2029968"/>
            <a:ext cx="3694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เป็นจอ I2C ขนาด 128x64 ถ้าโมดูลของคุณใช้ 0x3D ให้แก้ค่า OLED_ADDR ในโค้ด</a:t>
            </a:r>
            <a:endParaRPr lang="en-US" sz="1300" dirty="0"/>
          </a:p>
        </p:txBody>
      </p:sp>
      <p:sp>
        <p:nvSpPr>
          <p:cNvPr id="8" name="card-จอหายไปก็ยังวิ"/>
          <p:cNvSpPr/>
          <p:nvPr/>
        </p:nvSpPr>
        <p:spPr>
          <a:xfrm>
            <a:off x="7406640" y="3154680"/>
            <a:ext cx="42062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33756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จอหายไปก็ยังวิ่งได้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381304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ถ้าหาจอไม่เจอ โปรแกรมจะข้ามส่วนวาดจอไป ส่วนอื่นทั้งหมดยังทำงานปกติ</a:t>
            </a:r>
            <a:endParaRPr lang="en-US" sz="1300" dirty="0"/>
          </a:p>
        </p:txBody>
      </p:sp>
      <p:sp>
        <p:nvSpPr>
          <p:cNvPr id="11" name="callout"/>
          <p:cNvSpPr/>
          <p:nvPr/>
        </p:nvSpPr>
        <p:spPr>
          <a:xfrm>
            <a:off x="548640" y="5120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52486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แนะนำให้บัดกรีสี่จุดของจอ ไม่ใช่เสียบสายแพ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5595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สายหลวมทำให้สัญญาณขาดกลางเฟรม จอจะค้างดำทั้งที่โค้ดทำงานถูกต้อง และเป็นอาการที่หาต้นตอยากที่สุด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เตรียม ST-Link สำหรับอัป STM32</a:t>
            </a:r>
            <a:endParaRPr lang="en-US" sz="3200" dirty="0"/>
          </a:p>
        </p:txBody>
      </p:sp>
      <p:sp>
        <p:nvSpPr>
          <p:cNvPr id="3" name="dot-1"/>
          <p:cNvSpPr/>
          <p:nvPr/>
        </p:nvSpPr>
        <p:spPr>
          <a:xfrm>
            <a:off x="54864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ลง STM32CubeProgrammer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โหลดจากเว็บ ST ต้องสมัครบัญชีฟรีก่อน  ลงแบบ default ไม่ต้องเปลี่ยน path  ไดรเวอร์ของ ST-Link มากับตัวนี้ด้วย</a:t>
            </a:r>
            <a:endParaRPr lang="en-US" sz="1300" dirty="0"/>
          </a:p>
        </p:txBody>
      </p:sp>
      <p:sp>
        <p:nvSpPr>
          <p:cNvPr id="7" name="dot-2"/>
          <p:cNvSpPr/>
          <p:nvPr/>
        </p:nvSpPr>
        <p:spPr>
          <a:xfrm>
            <a:off x="548640" y="269748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67919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ต่อสาย 4 เส้น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00837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ตามตารางด้านขวา  จับคู่ตามชื่อที่พิมพ์บนตัว ST-Link อย่าดูตามเลขพิน เพราะของแต่ละล็อตสลับตำแหน่งกัน</a:t>
            </a:r>
            <a:endParaRPr lang="en-US" sz="1300" dirty="0"/>
          </a:p>
        </p:txBody>
      </p:sp>
      <p:sp>
        <p:nvSpPr>
          <p:cNvPr id="11" name="dot-3"/>
          <p:cNvSpPr/>
          <p:nvPr/>
        </p:nvSpPr>
        <p:spPr>
          <a:xfrm>
            <a:off x="548640" y="393192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91363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ตั้งค่าใน Arduino IDE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24281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Upload method เลือก STM32CubeProgrammer (SWD)  ส่วนเมนู Port ปล่อยว่างไว้ ไม่ต้องเลือกอะไรเลย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ST-Link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Blue Pill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SWDIO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DIO   (PA13)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SWCLK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DCLK  (PA14)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GND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GND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3.3V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3V3  ต่อเมื่อไม่มีไฟอื่น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callout"/>
          <p:cNvSpPr/>
          <p:nvPr/>
        </p:nvSpPr>
        <p:spPr>
          <a:xfrm>
            <a:off x="6309360" y="3383280"/>
            <a:ext cx="5303520" cy="1280160"/>
          </a:xfrm>
          <a:prstGeom prst="roundRect">
            <a:avLst>
              <a:gd name="adj" fmla="val 5714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35112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หา PA13 PA14 บนแถวพินข้างบอร์ดไม่เจอแน่นอน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382219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ไล่ดูจะเห็นเลขกระโดดจาก A12 ไป A15 เลย  สองขานี้ถูกแยกไปไว้ที่หัวต่อ 4 พินตรงปลายบอร์ด ฝั่งตรงข้าม USB และพิมพ์ชื่อว่า DIO กับ DCLK</a:t>
            </a:r>
            <a:endParaRPr lang="en-US" sz="1250" dirty="0"/>
          </a:p>
        </p:txBody>
      </p:sp>
      <p:sp>
        <p:nvSpPr>
          <p:cNvPr id="19" name="callout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54315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สิ่งที่ได้มาจากการเปลี่ยนมาใช้ ST-Link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74243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ไม่ต้องสลับ BOOT0 ไปมาอีกเลย  และไม่แย่ง COM port กับ Serial Monitor เพราะการอัปไม่ได้วิ่งผ่านพอร์ต COM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อัปเฟิร์มแวร์ทีละบอร์ด</a:t>
            </a:r>
            <a:endParaRPr lang="en-US" sz="3200" dirty="0"/>
          </a:p>
        </p:txBody>
      </p:sp>
      <p:sp>
        <p:nvSpPr>
          <p:cNvPr id="3" name="dot-1"/>
          <p:cNvSpPr/>
          <p:nvPr/>
        </p:nvSpPr>
        <p:spPr>
          <a:xfrm>
            <a:off x="54864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STM32  ผ่าน ST-Link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เปิดโฟลเดอร์ stm32_robot_controller  เลือกบอร์ด Generic STM32F1 series แล้วกด Upload ได้เลย ไม่ต้องแตะ BOOT0 และไม่ต้องเลือก Port</a:t>
            </a:r>
            <a:endParaRPr lang="en-US" sz="1300" dirty="0"/>
          </a:p>
        </p:txBody>
      </p:sp>
      <p:sp>
        <p:nvSpPr>
          <p:cNvPr id="7" name="dot-2"/>
          <p:cNvSpPr/>
          <p:nvPr/>
        </p:nvSpPr>
        <p:spPr>
          <a:xfrm>
            <a:off x="548640" y="28346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63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ESP32 รีโมท  ผ่านสาย USB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1455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เปิดโฟลเดอร์ esp32_remote_controller  เลือกบอร์ด ESP32 Dev Module  ต้องลงไลบรารี Adafruit GFX และ Adafruit SH110X ก่อน ไม่งั้นคอมไพล์ไม่ผ่าน</a:t>
            </a:r>
            <a:endParaRPr lang="en-US" sz="1300" dirty="0"/>
          </a:p>
        </p:txBody>
      </p:sp>
      <p:sp>
        <p:nvSpPr>
          <p:cNvPr id="11" name="dot-3"/>
          <p:cNvSpPr/>
          <p:nvPr/>
        </p:nvSpPr>
        <p:spPr>
          <a:xfrm>
            <a:off x="548640" y="42062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1879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ESP32-CAM  ผ่าน USB-TTL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5171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บอร์ดนี้ไม่มีช่อง USB  ต้องต่อ IO0 ลง GND ก่อนกดอัป แล้วถอดออกเมื่ออัปเสร็จ  เลือกบอร์ด AI Thinker ESP32-CAM</a:t>
            </a:r>
            <a:endParaRPr lang="en-US" sz="1300" dirty="0"/>
          </a:p>
        </p:txBody>
      </p:sp>
      <p:sp>
        <p:nvSpPr>
          <p:cNvPr id="15" name="callout"/>
          <p:cNvSpPr/>
          <p:nvPr/>
        </p:nvSpPr>
        <p:spPr>
          <a:xfrm>
            <a:off x="6309360" y="1463040"/>
            <a:ext cx="530352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1591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ขึ้นว่า undefined reference to 'Serial2'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1901952"/>
            <a:ext cx="4846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ไม่ใช่โค้ดผิด  คอร์ STM32 ตัวทางการไม่ได้สร้าง Serial2 กับ Serial3 ให้เอง สเก็ตช์จึงสร้างไว้ให้แล้วสองบรรทัดตรงหัวไฟล์  ห้ามลบทิ้ง</a:t>
            </a:r>
            <a:endParaRPr lang="en-US" sz="1250" dirty="0"/>
          </a:p>
        </p:txBody>
      </p:sp>
      <p:sp>
        <p:nvSpPr>
          <p:cNvPr id="18" name="callout"/>
          <p:cNvSpPr/>
          <p:nvPr/>
        </p:nvSpPr>
        <p:spPr>
          <a:xfrm>
            <a:off x="6309360" y="301752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เช็กว่าอัปติดจริงไหม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456432"/>
            <a:ext cx="48463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ฝั่ง ST-Link จะขึ้นคำว่า Download verified successfully ซึ่งแปลว่าอ่านกลับมาเทียบแล้วตรงทุกไบต์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อีกทางคือเปิด Serial Monitor ที่ 115200 แล้วกดรีเซ็ต ดูว่าวันเวลาคอมไพล์ตรงกับที่เพิ่งอัปไหม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เปิดใช้งานจริง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ลำดับการเปิด สิ่งที่เห็นบนจอ หน้าเว็บควบคุม และข้อมูลที่เก็บได้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เปิดใช้งาน 6 ขั้นตอน</a:t>
            </a:r>
            <a:endParaRPr lang="en-US" sz="3200" dirty="0"/>
          </a:p>
        </p:txBody>
      </p:sp>
      <p:sp>
        <p:nvSpPr>
          <p:cNvPr id="3" name="dot-1"/>
          <p:cNvSpPr/>
          <p:nvPr/>
        </p:nvSpPr>
        <p:spPr>
          <a:xfrm>
            <a:off x="54864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เปิดไฟหุ่น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จอจะขึ้นหน้าต้อนรับ 2.5 วินาที แล้วเปลี่ยนเป็นหน้าสถานะเอง</a:t>
            </a:r>
            <a:endParaRPr lang="en-US" sz="1300" dirty="0"/>
          </a:p>
        </p:txBody>
      </p:sp>
      <p:sp>
        <p:nvSpPr>
          <p:cNvPr id="7" name="dot-2"/>
          <p:cNvSpPr/>
          <p:nvPr/>
        </p:nvSpPr>
        <p:spPr>
          <a:xfrm>
            <a:off x="6400800" y="146304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059168" y="1444752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ต่อ Wi-Fi ของหุ่น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059168" y="1773936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ชื่อ My_Robot2 รหัส password1234  ต่อทั้งมือถือและเครื่อง PC</a:t>
            </a:r>
            <a:endParaRPr lang="en-US" sz="1300" dirty="0"/>
          </a:p>
        </p:txBody>
      </p:sp>
      <p:sp>
        <p:nvSpPr>
          <p:cNvPr id="11" name="dot-3"/>
          <p:cNvSpPr/>
          <p:nvPr/>
        </p:nvSpPr>
        <p:spPr>
          <a:xfrm>
            <a:off x="548640" y="2761488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743200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เปิดหน้าเว็บ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72384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พิมพ์ 192.168.4.1 ในเบราว์เซอร์  ภาพกล้องจะขึ้นเองเมื่อกล้องเกาะ Wi-Fi ได้</a:t>
            </a:r>
            <a:endParaRPr lang="en-US" sz="1300" dirty="0"/>
          </a:p>
        </p:txBody>
      </p:sp>
      <p:sp>
        <p:nvSpPr>
          <p:cNvPr id="15" name="dot-4"/>
          <p:cNvSpPr/>
          <p:nvPr/>
        </p:nvSpPr>
        <p:spPr>
          <a:xfrm>
            <a:off x="6400800" y="2761488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761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9168" y="2743200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เลื่อนความเร็ว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3072384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แถบเลื่อนเริ่มที่ 0 เสมอ ถ้าไม่เลื่อนขึ้นหุ่นจะไม่ขยับแม้อยู่ในโหมด Auto</a:t>
            </a:r>
            <a:endParaRPr lang="en-US" sz="1300" dirty="0"/>
          </a:p>
        </p:txBody>
      </p:sp>
      <p:sp>
        <p:nvSpPr>
          <p:cNvPr id="19" name="dot-5"/>
          <p:cNvSpPr/>
          <p:nvPr/>
        </p:nvSpPr>
        <p:spPr>
          <a:xfrm>
            <a:off x="548640" y="4059936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041648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รันสคริปต์บน PC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4370832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สั่ง py pc_qr_scanner/qr_scanner.py  สคริปต์จะไล่หากล้องเองในวง</a:t>
            </a:r>
            <a:endParaRPr lang="en-US" sz="1300" dirty="0"/>
          </a:p>
        </p:txBody>
      </p:sp>
      <p:sp>
        <p:nvSpPr>
          <p:cNvPr id="23" name="dot-6"/>
          <p:cNvSpPr/>
          <p:nvPr/>
        </p:nvSpPr>
        <p:spPr>
          <a:xfrm>
            <a:off x="6400800" y="4059936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059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4041648"/>
            <a:ext cx="4553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วางหุ่นบนเส้น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4370832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ให้เซนเซอร์ตัวกลางทับเส้นดำ แล้วสลับไปโหมด Auto</a:t>
            </a:r>
            <a:endParaRPr lang="en-US" sz="1300" dirty="0"/>
          </a:p>
        </p:txBody>
      </p:sp>
      <p:sp>
        <p:nvSpPr>
          <p:cNvPr id="27" name="callout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3858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ไม่มีกล้องก็รันสคริปต์ได้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967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ถ้าหากล้องไม่เจอ สคริปต์จะทำงานต่อโดยไม่อ่าน QR แต่ยังเก็บข้อมูลการวิ่งลง CSV ครบเหมือนเดิม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จอบอกอะไรเราบ้าง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หน้าจอ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ขึ้นตอนไหน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ความหมาย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หน้าต้อนรับ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2.5 วินาทีแรกหลังเปิดไฟ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บอร์ดบูตเสร็จแล้ว จอกับสายทำงานปกติ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หน้าสถานะ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ตอนหุ่นหยุดอยู่กับที่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บอกโหมด ความเร็ว และ IP ของกล้อง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ตากวาดซ้ายขวา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ตลอดเวลาที่หุ่นวิ่ง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หุ่นกำลังมองหา QR ตรงหน้า 600 ms แล้วมองซ้ายขวาข้างละ 450 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หน้าเจอแล้ว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1 วินาทีแรกหลังอ่าน QR 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รหัสผ่านเข้ามาแล้ว กำลังจะหยุด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รูปสัตว์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ช่วงที่เหลือของการหยุด 5 วินาที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เฉลยว่าที่อ่านได้คือสัตว์อะไร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llout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1572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จอคือเครื่องมือไล่ปัญหาที่ดีที่สุดที่มี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468112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ไม่ต้องต่อสายคอมก็รู้ว่าบอร์ดถึงไหนแล้ว  ถ้าจอยังขึ้นหน้าต้อนรับค้างอยู่ แปลว่าโปรแกรมค้างตั้งแต่ตอนบูต ไม่ใช่เรื่อง Wi-Fi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หน้าเว็บควบคุม</a:t>
            </a:r>
            <a:endParaRPr lang="en-US" sz="3200" dirty="0"/>
          </a:p>
        </p:txBody>
      </p:sp>
      <p:sp>
        <p:nvSpPr>
          <p:cNvPr id="3" name="card-ปุ่มทิศทาง"/>
          <p:cNvSpPr/>
          <p:nvPr/>
        </p:nvSpPr>
        <p:spPr>
          <a:xfrm>
            <a:off x="54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ปุ่มทิศทาง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เดินหน้า ถอยหลัง เลี้ยวซ้าย เลี้ยวขวา และหยุด ใช้ได้เฉพาะในโหมด Manual</a:t>
            </a:r>
            <a:endParaRPr lang="en-US" sz="1300" dirty="0"/>
          </a:p>
        </p:txBody>
      </p:sp>
      <p:sp>
        <p:nvSpPr>
          <p:cNvPr id="6" name="card-แถบความเร็ว"/>
          <p:cNvSpPr/>
          <p:nvPr/>
        </p:nvSpPr>
        <p:spPr>
          <a:xfrm>
            <a:off x="435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แถบความเร็ว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1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เริ่มที่ 0 เสมอ ค่าที่ตั้งคือค่าที่มอเตอร์ได้รับจริง ไม่มีการปัดขึ้นให้</a:t>
            </a:r>
            <a:endParaRPr lang="en-US" sz="1300" dirty="0"/>
          </a:p>
        </p:txBody>
      </p:sp>
      <p:sp>
        <p:nvSpPr>
          <p:cNvPr id="9" name="card-แถบ Trim"/>
          <p:cNvSpPr/>
          <p:nvPr/>
        </p:nvSpPr>
        <p:spPr>
          <a:xfrm>
            <a:off x="8168640" y="1417320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4672" y="1600200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แถบ Trim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424672" y="2075688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แก้อาการหุ่นเบี่ยงข้างเดียว ปรับได้ขณะหุ่นกำลังวิ่ง ไม่ต้องอัปโค้ดใหม่</a:t>
            </a:r>
            <a:endParaRPr lang="en-US" sz="1300" dirty="0"/>
          </a:p>
        </p:txBody>
      </p:sp>
      <p:sp>
        <p:nvSpPr>
          <p:cNvPr id="12" name="card-สวิตช์ Auto / "/>
          <p:cNvSpPr/>
          <p:nvPr/>
        </p:nvSpPr>
        <p:spPr>
          <a:xfrm>
            <a:off x="54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สวิตช์ Auto / Manual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Auto คือเดินตามเส้นเอง  Manual คือสั่งด้วยปุ่ม  สลับได้ตลอดเวลา</a:t>
            </a:r>
            <a:endParaRPr lang="en-US" sz="1300" dirty="0"/>
          </a:p>
        </p:txBody>
      </p:sp>
      <p:sp>
        <p:nvSpPr>
          <p:cNvPr id="15" name="card-ภาพจากกล้อง"/>
          <p:cNvSpPr/>
          <p:nvPr/>
        </p:nvSpPr>
        <p:spPr>
          <a:xfrm>
            <a:off x="435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1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ภาพจากกล้อง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1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ขึ้นเองเมื่อกล้องเกาะ Wi-Fi ได้แล้ว ถ้ากล้องเงียบไปนานภาพจะหายไปเอง</a:t>
            </a:r>
            <a:endParaRPr lang="en-US" sz="1300" dirty="0"/>
          </a:p>
        </p:txBody>
      </p:sp>
      <p:sp>
        <p:nvSpPr>
          <p:cNvPr id="18" name="card-ไม่มีตัวเลขสถา"/>
          <p:cNvSpPr/>
          <p:nvPr/>
        </p:nvSpPr>
        <p:spPr>
          <a:xfrm>
            <a:off x="8168640" y="3282696"/>
            <a:ext cx="3444240" cy="1572768"/>
          </a:xfrm>
          <a:prstGeom prst="roundRect">
            <a:avLst>
              <a:gd name="adj" fmla="val 581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24672" y="3465576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ไม่มีตัวเลขสถานะ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24672" y="3941064"/>
            <a:ext cx="29321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ตั้งใจไม่ใส่ เพราะหน้านี้มีไว้ขับ ส่วนตัวเลขทั้งหมดไปอยู่ในไฟล์ Excel แทน</a:t>
            </a:r>
            <a:endParaRPr lang="en-US" sz="1300" dirty="0"/>
          </a:p>
        </p:txBody>
      </p:sp>
      <p:sp>
        <p:nvSpPr>
          <p:cNvPr id="21" name="callout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เปิดหน้าเว็บแล้วหมุนค้าง ทั้งที่ต่อ Wi-Fi ถูกแล้ว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6967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มือถือบางรุ่นเห็นว่าวงนี้ไม่มีอินเทอร์เน็ตแล้วแอบสลับกลับไปใช้เน็ตมือถือเอง ต้องเข้าไปปิดการสลับอัตโนมัติก่อน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ข้อมูลที่เก็บลง Excel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คอลัมน์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เก็บอะไร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Timestamp  Event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เวลา และชนิดของแถว คือ START, RUN ทุกวินาที หรือ QR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Mode  Action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โหมด และหุ่นกำลังทำอะไร เช่น STRAIGHT, BEND, SEARCH, FINISH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Base_Speed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ความเร็วที่แถบเลื่อนสั่ง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Left_PWM  Right_PWM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ค่าที่มอเตอร์ได้รับจริง หลังหัก Trim แล้ว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Turn  Error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แรงเลี้ยวที่คำนวณได้ และระยะห่างจากเส้น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Kp  Kd  Trim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ค่าที่ใช้อยู่ตอนนั้น เปิดไฟล์เก่าแล้วรู้ทันทีว่าจูนด้วยค่าอะไร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02E"/>
                          </a:solidFill>
                        </a:rPr>
                        <a:t>S_L2 ถึง S_R2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568"/>
                          </a:solidFill>
                        </a:rPr>
                        <a:t>เซนเซอร์ทีละดวง เลข 1 คือดวงนั้นทับเส้นดำอยู่</a:t>
                      </a:r>
                      <a:endParaRPr lang="en-US" sz="12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6634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E93"/>
                </a:solidFill>
              </a:rPr>
              <a:t>เขียนหนึ่งแถวทุกวินาที บวกอีกหนึ่งแถวทุกครั้งที่อ่าน QR ได้  ลากคอลัมน์ Turn ไปพล็อตกราฟใน Excel จะเห็นทันทีว่าหุ่นออกแรงสู้ตรงไหนของสนามมากที่สุด</a:t>
            </a:r>
            <a:endParaRPr lang="en-US" sz="1200" dirty="0"/>
          </a:p>
        </p:txBody>
      </p:sp>
      <p:sp>
        <p:nvSpPr>
          <p:cNvPr id="5" name="card-ไฟล์อยู่ที่ไหน"/>
          <p:cNvSpPr/>
          <p:nvPr/>
        </p:nvSpPr>
        <p:spPr>
          <a:xfrm>
            <a:off x="7680960" y="1371600"/>
            <a:ext cx="393192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554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ไฟล์อยู่ที่ไหน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29968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568"/>
                </a:solidFill>
              </a:rPr>
              <a:t>สร้างไว้บนเดสก์ท็อป ชื่อ robot_mission_log.csv  สคริปต์หาเดสก์ท็อปจริงให้เอง แม้จะย้ายไปอยู่ใน OneDrive</a:t>
            </a:r>
            <a:endParaRPr lang="en-US" sz="1300" dirty="0"/>
          </a:p>
        </p:txBody>
      </p:sp>
      <p:sp>
        <p:nvSpPr>
          <p:cNvPr id="8" name="card-ปิด Excel ก่อน"/>
          <p:cNvSpPr/>
          <p:nvPr/>
        </p:nvSpPr>
        <p:spPr>
          <a:xfrm>
            <a:off x="7680960" y="3291840"/>
            <a:ext cx="3931920" cy="1737360"/>
          </a:xfrm>
          <a:prstGeom prst="roundRect">
            <a:avLst>
              <a:gd name="adj" fmla="val 52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36992" y="347472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8803A"/>
                </a:solidFill>
              </a:rPr>
              <a:t>ปิด Excel ก่อนรันใหม่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936992" y="3950208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9C6D4"/>
                </a:solidFill>
              </a:rPr>
              <a:t>Windows ล็อกไฟล์ที่เปิดค้างอยู่  ถ้าเขียนทับไม่ได้ สคริปต์จะสร้างไฟล์ชื่อใหม่ที่มีเวลาต่อท้ายให้แทน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37744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803A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004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ปรับแต่งและแก้ปัญหา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062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B9C6D4"/>
                </a:solidFill>
              </a:rPr>
              <a:t>ค่าที่ปรับบ่อย วิธีที่หุ่นใช้หาเส้น และอาการเสียที่เจอซ้ำๆ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ค่าที่ปรับบ่อยที่สุด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8872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ชื่อค่า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ค่าตั้งต้น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ปรับเมื่อไหร่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Kp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45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หุ่นเข้าโค้งกว้างเกินให้เพิ่ม  ถ้าส่ายไปมาบนทางตรงให้ลด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Kd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35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ช่วยหน่วงไม่ให้แกว่ง เพิ่มเมื่อหุ่นแกว่งหลังเข้าโค้ง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leftMotorOffset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25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แก้อาการเบี่ยงข้างเดียว ปรับจากแถบ Trim บนหน้าเว็บได้เลย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MIN_PWM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สั่งเท่าไหร่ได้เท่านั้น ตั้ง 135 ถ้าอยากให้ค่าต่ำๆ ถูกดันขึ้นจนล้อหมุน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LOST_CONFIRM_MS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150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เส้นหายได้นานแค่ไหนก่อนหุ่นจะเริ่มหา เพิ่มถ้าหุ่นสะดุดตอนเข้าโค้งแคบ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FINISH_CONFIRM_MS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40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ดำครบ 5 ดวงนานแค่ไหนถึงนับเป็นเส้นชัย สั้นพอที่จะไม่วิ่งเลยเส้น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llout"/>
          <p:cNvSpPr/>
          <p:nvPr/>
        </p:nvSpPr>
        <p:spPr>
          <a:xfrm>
            <a:off x="548640" y="43434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BEEEC"/>
          </a:solidFill>
          <a:ln w="12700">
            <a:solidFill>
              <a:srgbClr val="F0D3C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4714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3261E"/>
                </a:solidFill>
              </a:rPr>
              <a:t>Kp สูงเกินไปทำให้หุ่นหมุนรอบตัวเองแทนที่จะเลี้ยว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8231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ค่า Error สูงสุดคือ 4  ที่ Kp เท่ากับ 80 แรงเลี้ยวจะพุ่งถึง 320 ซึ่งเกินช่วง 255 ที่มอเตอร์รับได้ ล้อนอกจะตันและล้อในกลับทาง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หุ่นหาเส้นที่หลุดไปยังไง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เซนเซอร์ไม่เจอเส้นเลย ไม่ได้แปลว่าหลงทาง  ทางโค้งแคบจะเหวี่ยงเส้นออกนอกแถวเซนเซอร์ชั่วครู่เป็นเรื่องปกติ</a:t>
            </a:r>
            <a:endParaRPr lang="en-US" sz="1400" dirty="0"/>
          </a:p>
        </p:txBody>
      </p:sp>
      <p:sp>
        <p:nvSpPr>
          <p:cNvPr id="4" name="stage-0"/>
          <p:cNvSpPr/>
          <p:nvPr/>
        </p:nvSpPr>
        <p:spPr>
          <a:xfrm>
            <a:off x="54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" name="dot-1"/>
          <p:cNvSpPr/>
          <p:nvPr/>
        </p:nvSpPr>
        <p:spPr>
          <a:xfrm>
            <a:off x="80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รอก่อน  150 ms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ยังไม่ตัดสินใจอะไรทั้งนั้น เลี้ยวค้างไปทางเดิมต่อ ซึ่งเป็นทิศที่ไล่ตามเส้นอยู่แล้ว ทางโค้งส่วนใหญ่จบก่อนเวลานี้</a:t>
            </a:r>
            <a:endParaRPr lang="en-US" sz="1250" dirty="0"/>
          </a:p>
        </p:txBody>
      </p:sp>
      <p:sp>
        <p:nvSpPr>
          <p:cNvPr id="9" name="stage-1"/>
          <p:cNvSpPr/>
          <p:nvPr/>
        </p:nvSpPr>
        <p:spPr>
          <a:xfrm>
            <a:off x="435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dot-2"/>
          <p:cNvSpPr/>
          <p:nvPr/>
        </p:nvSpPr>
        <p:spPr>
          <a:xfrm>
            <a:off x="461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ถอยหลัง  400 ms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ถอยเอียงไปทางที่เพิ่งเห็นเส้นครั้งสุดท้าย แก้กรณีเข้าโค้งเร็วเกินจนหลุด</a:t>
            </a:r>
            <a:endParaRPr lang="en-US" sz="1250" dirty="0"/>
          </a:p>
        </p:txBody>
      </p:sp>
      <p:sp>
        <p:nvSpPr>
          <p:cNvPr id="14" name="stage-2"/>
          <p:cNvSpPr/>
          <p:nvPr/>
        </p:nvSpPr>
        <p:spPr>
          <a:xfrm>
            <a:off x="8168640" y="1828800"/>
            <a:ext cx="344424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5" name="dot-3"/>
          <p:cNvSpPr/>
          <p:nvPr/>
        </p:nvSpPr>
        <p:spPr>
          <a:xfrm>
            <a:off x="8424672" y="2057400"/>
            <a:ext cx="475488" cy="475488"/>
          </a:xfrm>
          <a:prstGeom prst="ellipse">
            <a:avLst/>
          </a:prstGeom>
          <a:solidFill>
            <a:srgbClr val="E8803A"/>
          </a:solidFill>
          <a:ln w="12700">
            <a:solidFill>
              <a:srgbClr val="E880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467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24672" y="2670048"/>
            <a:ext cx="2932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กวาดหา  ถึง 6 วินาที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24672" y="3090672"/>
            <a:ext cx="2932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หมุนอยู่กับที่ด้วยความเร็ว 55% สลับซ้ายขวา แต่ละรอบกว้างขึ้นเรื่อยๆ ครบ 6 วินาทีแล้วไม่เจอถึงจะยอมแพ้</a:t>
            </a:r>
            <a:endParaRPr lang="en-US" sz="1250" dirty="0"/>
          </a:p>
        </p:txBody>
      </p:sp>
      <p:sp>
        <p:nvSpPr>
          <p:cNvPr id="19" name="callout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47141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ขาวหมดกับดำหมด คนละความหมายกันคนละขั้ว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82312"/>
            <a:ext cx="10607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ไม่เจอเส้นเลยแปลว่าเส้นอยู่นอกแถวเซนเซอร์ หุ่นต้องดันตัวเองไปหาจนกว่าจะมีดวงใดดวงหนึ่งเจอ  ส่วนที่สั่งให้หยุดคือตรงข้ามกันพอดี คือดำครบทั้ง 5 ดวง ซึ่งแปลว่าถึงเส้นชัยแล้ว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อาการที่เจอบ่อยและวิธีแก้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อาการ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สาเหตุที่เจอบ่อยที่สุด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วิธีแก้</a:t>
                      </a:r>
                      <a:endParaRPr lang="en-US" sz="130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จอไม่ขึ้นตอนเปิดครั้งที่สอง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สาย I2C ถูกจอกดค้างจากรอบที่แล้ว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โค้ดรุ่นใหม่ปลดให้เองตอนบูต  ถ้ายังไม่ขึ้นให้ถอดไฟทิ้ง 10 วินาที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อัป STM32 ไม่ได้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เลือกบอร์ดผิดชุด หรือยังไม่ได้ลง STM32CubeProgrammer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เลือก Generic STM32F1 series และ Upload method เป็น SWD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undefined reference to 'Serial2'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คอร์ทางการไม่ได้สร้าง Serial2 Serial3 ให้เอง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สเก็ตช์สร้างไว้ให้แล้วตรงหัวไฟล์ อย่าลบสองบรรทัดนั้นทิ้ง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เปิดหน้าเว็บไม่ได้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ยังไม่ได้ต่อ Wi-Fi ชื่อ My_Robot2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ต่อ Wi-Fi ก่อน แล้วปิดการสลับไปเน็ตมือถืออัตโนมัติในเครื่อง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หุ่นเบี่ยงไปข้างเดียวตลอด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มอเตอร์สองตัวแรงไม่เท่ากัน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ปรับแถบ Trim บนหน้าเว็บขณะหุ่นวิ่ง ไม่ต้องอัปโค้ดใหม่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หุ่นหยุดเองกลางสนาม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อ่านขั้วเซนเซอร์กลับด้าน เลยนึกว่าถึงเส้นชัย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ดูบรรทัด black ใน Serial  วางบนเส้นแล้วต้องได้ 0 0 1 0 0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ไฟล์ CSV ไม่อัปเดต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เปิดไฟล์ค้างไว้ใน Excel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ปิดไฟล์ใน Excel แล้วรันสคริปต์ใหม่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ภาพกล้องเป็นเส้นพาดขวาง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สัญญาณพิกเซลเร็วเกินจนรับไม่ทันบางแถว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โค้ดรุ่นใหม่ลดความเร็วสัญญาณลงครึ่งหนึ่งแล้ว ให้อัปเฟิร์มแวร์กล้องใหม่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เลื่อนความเร็วแล้วหุ่นไม่ขยับ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แถบเลื่อนยังอยู่ที่ 0 หรือค่าต่ำเกินกว่าที่ล้อจะหมุน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เลื่อนขึ้นให้เกิน 135  ค่าที่ต่ำกว่านั้นมอเตอร์จะร้องแต่ไม่หมุน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02E"/>
                          </a:solidFill>
                        </a:rPr>
                        <a:t>อ่าน QR ไม่ออกสักที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ภาพเบลอ หรือ QR อยู่ไกลเกินไป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5568"/>
                          </a:solidFill>
                        </a:rPr>
                        <a:t>ขยับให้ใกล้ขึ้น และส่องให้แสงตกบน QR ไม่ใช่เงาของตัวหุ่น</a:t>
                      </a:r>
                      <a:endParaRPr lang="en-US" sz="1250" dirty="0"/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เช็กลิสต์ก่อนวิ่งจริง</a:t>
            </a:r>
            <a:endParaRPr lang="en-US" sz="3200" dirty="0"/>
          </a:p>
        </p:txBody>
      </p:sp>
      <p:sp>
        <p:nvSpPr>
          <p:cNvPr id="3" name="check-0"/>
          <p:cNvSpPr/>
          <p:nvPr/>
        </p:nvSpPr>
        <p:spPr>
          <a:xfrm>
            <a:off x="548640" y="1600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56362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แบตเตอรี่เต็ม และจ่ายไฟมอเตอร์แยกจากบอร์ด</a:t>
            </a:r>
            <a:endParaRPr lang="en-US" sz="1350" dirty="0"/>
          </a:p>
        </p:txBody>
      </p:sp>
      <p:sp>
        <p:nvSpPr>
          <p:cNvPr id="5" name="check-1"/>
          <p:cNvSpPr/>
          <p:nvPr/>
        </p:nvSpPr>
        <p:spPr>
          <a:xfrm>
            <a:off x="6400800" y="1600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03720" y="156362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สายจอ OLED ทั้งสี่เส้นบัดกรีแน่น ไม่ใช่แค่เสียบ</a:t>
            </a:r>
            <a:endParaRPr lang="en-US" sz="1350" dirty="0"/>
          </a:p>
        </p:txBody>
      </p:sp>
      <p:sp>
        <p:nvSpPr>
          <p:cNvPr id="7" name="check-2"/>
          <p:cNvSpPr/>
          <p:nvPr/>
        </p:nvSpPr>
        <p:spPr>
          <a:xfrm>
            <a:off x="548640" y="25603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52374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สายสื่อสารไขว้ถูกคู่ และต่อ GND ร่วมกันครบ</a:t>
            </a:r>
            <a:endParaRPr lang="en-US" sz="1350" dirty="0"/>
          </a:p>
        </p:txBody>
      </p:sp>
      <p:sp>
        <p:nvSpPr>
          <p:cNvPr id="9" name="check-3"/>
          <p:cNvSpPr/>
          <p:nvPr/>
        </p:nvSpPr>
        <p:spPr>
          <a:xfrm>
            <a:off x="6400800" y="25603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252374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เปิด Serial Monitor เช็กว่าวันเวลาคอมไพล์ตรงกับที่เพิ่งอัป</a:t>
            </a:r>
            <a:endParaRPr lang="en-US" sz="1350" dirty="0"/>
          </a:p>
        </p:txBody>
      </p:sp>
      <p:sp>
        <p:nvSpPr>
          <p:cNvPr id="11" name="check-4"/>
          <p:cNvSpPr/>
          <p:nvPr/>
        </p:nvSpPr>
        <p:spPr>
          <a:xfrm>
            <a:off x="548640" y="3520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348386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วางหุ่นบนเส้นแล้วอ่านค่าได้ 0 0 1 0 0</a:t>
            </a:r>
            <a:endParaRPr lang="en-US" sz="1350" dirty="0"/>
          </a:p>
        </p:txBody>
      </p:sp>
      <p:sp>
        <p:nvSpPr>
          <p:cNvPr id="13" name="check-5"/>
          <p:cNvSpPr/>
          <p:nvPr/>
        </p:nvSpPr>
        <p:spPr>
          <a:xfrm>
            <a:off x="6400800" y="3520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348386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มือถือและ PC ต่อ Wi-Fi ชื่อ My_Robot2 แล้วทั้งคู่</a:t>
            </a:r>
            <a:endParaRPr lang="en-US" sz="1350" dirty="0"/>
          </a:p>
        </p:txBody>
      </p:sp>
      <p:sp>
        <p:nvSpPr>
          <p:cNvPr id="15" name="check-6"/>
          <p:cNvSpPr/>
          <p:nvPr/>
        </p:nvSpPr>
        <p:spPr>
          <a:xfrm>
            <a:off x="548640" y="44805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4398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ปิดไฟล์ CSV ใน Excel ให้หมดก่อนรันสคริปต์</a:t>
            </a:r>
            <a:endParaRPr lang="en-US" sz="1350" dirty="0"/>
          </a:p>
        </p:txBody>
      </p:sp>
      <p:sp>
        <p:nvSpPr>
          <p:cNvPr id="17" name="check-7"/>
          <p:cNvSpPr/>
          <p:nvPr/>
        </p:nvSpPr>
        <p:spPr>
          <a:xfrm>
            <a:off x="6400800" y="44805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9050">
            <a:solidFill>
              <a:srgbClr val="2F7A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444398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ลองโหมด Manual ให้เดินหน้าถอยหลังได้ก่อน ค่อยสลับไป Auto</a:t>
            </a:r>
            <a:endParaRPr lang="en-US" sz="1350" dirty="0"/>
          </a:p>
        </p:txBody>
      </p:sp>
      <p:sp>
        <p:nvSpPr>
          <p:cNvPr id="19" name="callout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8F1F5"/>
          </a:solidFill>
          <a:ln w="12700">
            <a:solidFill>
              <a:srgbClr val="CBE0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47725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ไล่จากบนลงล่างทุกครั้ง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78815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5568"/>
                </a:solidFill>
              </a:rPr>
              <a:t>แปดข้อนี้ใช้เวลาไม่ถึงสองนาที แต่ตัดสาเหตุที่ทำให้เสียเวลาทั้งวันออกไปได้เกือบหมด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1106424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</a:rPr>
              <a:t>อ่านต่อได้ที่ไหน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8600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เริ่มลงมือได้เลย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749040"/>
            <a:ext cx="95097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B9C6D4"/>
                </a:solidFill>
              </a:rPr>
              <a:t>ทุกอย่างในสไลด์ชุดนี้มีรายละเอียดเต็มอยู่ในไฟล์ README.md ของโปรเจกต์ พร้อมเหตุผลว่าทำไมถึงตั้งค่าแต่ละตัวไว้แบบนั้น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คู่มือฉบับเต็ม ทุกค่าคงที่และเหตุผลเบื้องหลัง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5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5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สเก็ตช์ทดสอบจอและบัส I2C ไว้แยกว่าปัญหาอยู่ที่สายหรือที่โค้ด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168640" y="5074920"/>
            <a:ext cx="344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88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assets/oled/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68640" y="5440680"/>
            <a:ext cx="344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C6D4"/>
                </a:solidFill>
              </a:rPr>
              <a:t>ไฟล์ภาพต้นฉบับของทุกหน้าจอ แก้แล้วแปลงใหม่ได้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ny Robot">
  <a:themeElements>
    <a:clrScheme name="Tiny Robot">
      <a:dk1>
        <a:srgbClr val="16202E"/>
      </a:dk1>
      <a:lt1>
        <a:srgbClr val="FFFFFF"/>
      </a:lt1>
      <a:dk2>
        <a:srgbClr val="27405C"/>
      </a:dk2>
      <a:lt2>
        <a:srgbClr val="EEF2F6"/>
      </a:lt2>
      <a:accent1>
        <a:srgbClr val="E8803A"/>
      </a:accent1>
      <a:accent2>
        <a:srgbClr val="1C7293"/>
      </a:accent2>
      <a:accent3>
        <a:srgbClr val="065A82"/>
      </a:accent3>
      <a:accent4>
        <a:srgbClr val="2F7A4F"/>
      </a:accent4>
      <a:accent5>
        <a:srgbClr val="B3261E"/>
      </a:accent5>
      <a:accent6>
        <a:srgbClr val="6B7E93"/>
      </a:accent6>
      <a:hlink>
        <a:srgbClr val="1C7293"/>
      </a:hlink>
      <a:folHlink>
        <a:srgbClr val="6B7E93"/>
      </a:folHlink>
    </a:clrScheme>
    <a:fontScheme name="Tiny Robot">
      <a:majorFont>
        <a:latin typeface="Tahoma"/>
        <a:ea typeface=""/>
        <a:cs typeface="Tahoma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Tahoma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 Robot - คู่มือติดตั้งและเริ่มใช้งาน</dc:title>
  <dc:subject>คู่มือติดตั้งและใช้งานหุ่นเดินตามเส้น</dc:subject>
  <dc:creator>Tiny Robot</dc:creator>
  <cp:lastModifiedBy>Tiny Robot</cp:lastModifiedBy>
  <cp:revision>1</cp:revision>
  <dcterms:created xsi:type="dcterms:W3CDTF">2026-10-07T10:05:32Z</dcterms:created>
  <dcterms:modified xsi:type="dcterms:W3CDTF">2026-10-07T10:05:32Z</dcterms:modified>
</cp:coreProperties>
</file>